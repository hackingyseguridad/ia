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IA en Evaluación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Repositorio: hackingyseguridad/IA</a:t>
            </a:r>
          </a:p>
          <a:p>
            <a:r>
              <a:t>Guía práctica para usar LLMs en ciberseguridad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este proyecto?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Guía para aplicar IA gratuita en tareas de seguridad</a:t>
            </a:r>
          </a:p>
          <a:p>
            <a:r>
              <a:t>Análisis, informes y priorización de riesgos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de IA Sugeridos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DeepSeek</a:t>
            </a:r>
          </a:p>
          <a:p>
            <a:r>
              <a:t>Grok</a:t>
            </a:r>
          </a:p>
          <a:p>
            <a:r>
              <a:t>ChatGPT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Usar IA como asistente</a:t>
            </a:r>
          </a:p>
          <a:p>
            <a:r>
              <a:t>Acelerar análisis</a:t>
            </a:r>
          </a:p>
          <a:p>
            <a:r>
              <a:t>Generar documentación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Escaneo de servicios</a:t>
            </a:r>
          </a:p>
          <a:p>
            <a:r>
              <a:t>2. Análisis con IA</a:t>
            </a:r>
          </a:p>
          <a:p>
            <a:r>
              <a:t>3. Priorización</a:t>
            </a:r>
          </a:p>
          <a:p>
            <a:r>
              <a:t>4. Informe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de Flujo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Resultados Nmap</a:t>
            </a:r>
          </a:p>
          <a:p>
            <a:r>
              <a:t>Procesamiento con IA</a:t>
            </a:r>
          </a:p>
          <a:p>
            <a:r>
              <a:t>Recomendaciones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Análisis rápido</a:t>
            </a:r>
          </a:p>
          <a:p>
            <a:r>
              <a:t>Mejor documentación</a:t>
            </a:r>
          </a:p>
          <a:p>
            <a:r>
              <a:t>Lenguaje natural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Consideraciones Éticas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responsable</a:t>
            </a:r>
          </a:p>
          <a:p>
            <a:r>
              <a:t>Verificación humana</a:t>
            </a:r>
          </a:p>
          <a:p>
            <a:r>
              <a:t>Actividades autorizadas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 como apoyo en seguridad</a:t>
            </a:r>
          </a:p>
          <a:p>
            <a:r>
              <a:t>Base para automatización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https://github.com/hackingyseguridad/IA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